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1965960" cy="38404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67A4"/>
                </a:solidFill>
              </a:defRPr>
            </a:pPr>
            <a:r>
              <a:t>PROJECT CHARTER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3075"/>
            <a:ext cx="5056064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F3044"/>
                </a:solidFill>
              </a:defRPr>
            </a:pPr>
            <a:r>
              <a:rPr dirty="0" err="1"/>
              <a:t>HostIt</a:t>
            </a:r>
            <a:endParaRPr dirty="0"/>
          </a:p>
          <a:p>
            <a:pPr>
              <a:defRPr sz="2400">
                <a:solidFill>
                  <a:srgbClr val="3467A4"/>
                </a:solidFill>
              </a:defRPr>
            </a:pPr>
            <a:r>
              <a:rPr dirty="0"/>
              <a:t>Restaurant Discovery &amp; Promotion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429000" cy="329184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818120" y="1417320"/>
            <a:ext cx="73152" cy="3291840"/>
          </a:xfrm>
          <a:prstGeom prst="rect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0" y="1600200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Charter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075688"/>
            <a:ext cx="3017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Sponsor: MCDA 5510 instructors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Project managers: Sam &amp; Armaan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Charter date: October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4"/>
                </a:solidFill>
                <a:latin typeface="Aptos Display"/>
              </a:defRPr>
            </a:pPr>
            <a:r>
              <a:t>Background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6"/>
                </a:solidFill>
                <a:latin typeface="Aptos"/>
              </a:defRPr>
            </a:pPr>
            <a:r>
              <a:t>Why this project is being undertaken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429000" cy="333756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73152" cy="3337560"/>
          </a:xfrm>
          <a:prstGeom prst="rect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Current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Restaurant information is spread across multiple sources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Promotions may be fragmented across websites and social media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429000" cy="333756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73152" cy="3337560"/>
          </a:xfrm>
          <a:prstGeom prst="rect">
            <a:avLst/>
          </a:prstGeom>
          <a:solidFill>
            <a:srgbClr val="438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783080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Project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58568"/>
            <a:ext cx="301752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F6976"/>
                </a:solidFill>
              </a:defRPr>
            </a:pPr>
            <a:r>
              <a:rPr dirty="0"/>
              <a:t>Centralize restaurant discovery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F6976"/>
                </a:solidFill>
              </a:defRPr>
            </a:pPr>
            <a:r>
              <a:rPr dirty="0"/>
              <a:t>Let customers compare restaurants </a:t>
            </a:r>
            <a:endParaRPr lang="en-CA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5F6976"/>
                </a:solidFill>
              </a:defRPr>
            </a:pPr>
            <a:r>
              <a:rPr lang="en-CA" dirty="0"/>
              <a:t>Let restaurants pay for promotions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endParaRPr lang="en-CA" dirty="0"/>
          </a:p>
        </p:txBody>
      </p:sp>
      <p:sp>
        <p:nvSpPr>
          <p:cNvPr id="13" name="Rounded Rectangle 12"/>
          <p:cNvSpPr/>
          <p:nvPr/>
        </p:nvSpPr>
        <p:spPr>
          <a:xfrm>
            <a:off x="8046720" y="1600200"/>
            <a:ext cx="3429000" cy="333756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73152" cy="3337560"/>
          </a:xfrm>
          <a:prstGeom prst="rect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783080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258568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Build a two-sided functional prototype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Support both customers and restaurant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4"/>
                </a:solidFill>
                <a:latin typeface="Aptos Display"/>
              </a:defRPr>
            </a:pPr>
            <a: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6"/>
                </a:solidFill>
                <a:latin typeface="Aptos"/>
              </a:defRPr>
            </a:pPr>
            <a:r>
              <a:t>What the prototype will — and will not — include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434340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4343400"/>
          </a:xfrm>
          <a:prstGeom prst="rect">
            <a:avLst/>
          </a:prstGeom>
          <a:solidFill>
            <a:srgbClr val="438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In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6712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Browse, sort &amp; filter restaurants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Deals and specials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Restaurant profile management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Simulated promotional purchasing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Restaurant database &amp; application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57800" cy="434340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73152" cy="4343400"/>
          </a:xfrm>
          <a:prstGeom prst="rect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9164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Out of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8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Reservations / table booking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Food ordering or delivery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Real payment processing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Every third-party integration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Commercial deployment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Post-project 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4"/>
                </a:solidFill>
                <a:latin typeface="Aptos Display"/>
              </a:defRPr>
            </a:pPr>
            <a:r>
              <a:t>Key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6"/>
                </a:solidFill>
                <a:latin typeface="Aptos"/>
              </a:defRPr>
            </a:pPr>
            <a:r>
              <a:t>What the project will produce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7432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41832" y="1828800"/>
            <a:ext cx="502920" cy="502920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74519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Requirements +</a:t>
            </a:r>
            <a:br/>
            <a:r>
              <a:t>system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600200"/>
            <a:ext cx="27432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325112" y="1828800"/>
            <a:ext cx="502920" cy="502920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874519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Restaurant</a:t>
            </a:r>
            <a:br/>
            <a:r>
              <a:t>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600200"/>
            <a:ext cx="27432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08392" y="1828800"/>
            <a:ext cx="502920" cy="502920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874519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Customer</a:t>
            </a:r>
            <a:br/>
            <a:r>
              <a:t>interface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86200"/>
            <a:ext cx="27432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41832" y="4114800"/>
            <a:ext cx="502920" cy="502920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60520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Business</a:t>
            </a:r>
            <a:br/>
            <a:r>
              <a:t>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886200"/>
            <a:ext cx="27432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25112" y="4114800"/>
            <a:ext cx="502920" cy="502920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4160520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Discovery +</a:t>
            </a:r>
            <a:br/>
            <a:r>
              <a:t>promotions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886200"/>
            <a:ext cx="2743200" cy="150876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08392" y="4114800"/>
            <a:ext cx="502920" cy="502920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160520"/>
            <a:ext cx="16916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Functional</a:t>
            </a:r>
            <a:br/>
            <a:r>
              <a:t>prototype /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4"/>
                </a:solidFill>
                <a:latin typeface="Aptos Display"/>
              </a:defRPr>
            </a:pPr>
            <a: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6"/>
                </a:solidFill>
                <a:latin typeface="Aptos"/>
              </a:defRPr>
            </a:pPr>
            <a:r>
              <a:t>October 7 → December 4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743200"/>
            <a:ext cx="384048" cy="384048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1069848" y="2935224"/>
            <a:ext cx="1536192" cy="0"/>
          </a:xfrm>
          <a:prstGeom prst="line">
            <a:avLst/>
          </a:prstGeom>
          <a:ln w="3175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20040" y="19659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7A4"/>
                </a:solidFill>
              </a:defRPr>
            </a:pPr>
            <a:r>
              <a:t>Oct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9" y="3337560"/>
            <a:ext cx="1417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F3044"/>
                </a:solidFill>
              </a:defRPr>
            </a:pPr>
            <a:r>
              <a:t>Charter</a:t>
            </a:r>
          </a:p>
        </p:txBody>
      </p:sp>
      <p:sp>
        <p:nvSpPr>
          <p:cNvPr id="9" name="Oval 8"/>
          <p:cNvSpPr/>
          <p:nvPr/>
        </p:nvSpPr>
        <p:spPr>
          <a:xfrm>
            <a:off x="2606040" y="2743200"/>
            <a:ext cx="384048" cy="384048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2990088" y="2935224"/>
            <a:ext cx="1581912" cy="0"/>
          </a:xfrm>
          <a:prstGeom prst="line">
            <a:avLst/>
          </a:prstGeom>
          <a:ln w="3175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0280" y="19659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7A4"/>
                </a:solidFill>
              </a:defRPr>
            </a:pPr>
            <a:r>
              <a:t>Oct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337560"/>
            <a:ext cx="1417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F3044"/>
                </a:solidFill>
              </a:defRPr>
            </a:pPr>
            <a:r>
              <a:t>Design +</a:t>
            </a:r>
            <a:br/>
            <a:r>
              <a:t>database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2743200"/>
            <a:ext cx="384048" cy="384048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>
            <a:off x="4956048" y="2935224"/>
            <a:ext cx="1627632" cy="0"/>
          </a:xfrm>
          <a:prstGeom prst="line">
            <a:avLst/>
          </a:prstGeom>
          <a:ln w="3175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06240" y="19659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7A4"/>
                </a:solidFill>
              </a:defRPr>
            </a:pPr>
            <a:r>
              <a:t>Oct 21–28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337560"/>
            <a:ext cx="1417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F3044"/>
                </a:solidFill>
              </a:defRPr>
            </a:pPr>
            <a:r>
              <a:t>Interfaces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743200"/>
            <a:ext cx="384048" cy="384048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6967728" y="2935224"/>
            <a:ext cx="1673352" cy="0"/>
          </a:xfrm>
          <a:prstGeom prst="line">
            <a:avLst/>
          </a:prstGeom>
          <a:ln w="3175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17920" y="19659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7A4"/>
                </a:solidFill>
              </a:defRPr>
            </a:pPr>
            <a:r>
              <a:t>Nov 4–18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337560"/>
            <a:ext cx="1417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F3044"/>
                </a:solidFill>
              </a:defRPr>
            </a:pPr>
            <a:r>
              <a:t>Core</a:t>
            </a:r>
            <a:br/>
            <a:r>
              <a:t>features</a:t>
            </a:r>
          </a:p>
        </p:txBody>
      </p:sp>
      <p:sp>
        <p:nvSpPr>
          <p:cNvPr id="21" name="Oval 20"/>
          <p:cNvSpPr/>
          <p:nvPr/>
        </p:nvSpPr>
        <p:spPr>
          <a:xfrm>
            <a:off x="8641080" y="2743200"/>
            <a:ext cx="384048" cy="384048"/>
          </a:xfrm>
          <a:prstGeom prst="ellipse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9025128" y="2935224"/>
            <a:ext cx="1353312" cy="0"/>
          </a:xfrm>
          <a:prstGeom prst="line">
            <a:avLst/>
          </a:prstGeom>
          <a:ln w="31750">
            <a:solidFill>
              <a:srgbClr val="DAE0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75319" y="19659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7A4"/>
                </a:solidFill>
              </a:defRPr>
            </a:pPr>
            <a:r>
              <a:t>Nov 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3337560"/>
            <a:ext cx="1417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F3044"/>
                </a:solidFill>
              </a:defRPr>
            </a:pPr>
            <a:r>
              <a:t>Demo</a:t>
            </a:r>
          </a:p>
        </p:txBody>
      </p:sp>
      <p:sp>
        <p:nvSpPr>
          <p:cNvPr id="25" name="Oval 24"/>
          <p:cNvSpPr/>
          <p:nvPr/>
        </p:nvSpPr>
        <p:spPr>
          <a:xfrm>
            <a:off x="10378440" y="2743200"/>
            <a:ext cx="384048" cy="384048"/>
          </a:xfrm>
          <a:prstGeom prst="ellipse">
            <a:avLst/>
          </a:prstGeom>
          <a:solidFill>
            <a:srgbClr val="438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12680" y="196596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467A4"/>
                </a:solidFill>
              </a:defRPr>
            </a:pPr>
            <a:r>
              <a:t>Dec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3337560"/>
            <a:ext cx="1417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F3044"/>
                </a:solidFill>
              </a:defRPr>
            </a:pPr>
            <a:r>
              <a:t>Test +</a:t>
            </a:r>
            <a:br/>
            <a:r>
              <a:t>present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4"/>
                </a:solidFill>
                <a:latin typeface="Aptos Display"/>
              </a:defRPr>
            </a:pPr>
            <a:r>
              <a:t>Assumptions &amp;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6"/>
                </a:solidFill>
                <a:latin typeface="Aptos"/>
              </a:defRPr>
            </a:pPr>
            <a:r>
              <a:t>Conditions the plan depends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5780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4389120"/>
          </a:xfrm>
          <a:prstGeom prst="rect">
            <a:avLst/>
          </a:prstGeom>
          <a:solidFill>
            <a:srgbClr val="438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Key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48463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Enough restaurant data for testing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Internet + location services available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Restaurant profiles can be maintained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Promotions can use simulated transactions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Team remains available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5780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73152" cy="4389120"/>
          </a:xfrm>
          <a:prstGeom prst="rect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Key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12848"/>
            <a:ext cx="48463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Academic-project timeline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No dedicated paid-API/data budget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Restaurant data quality &amp; completeness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Two-person project team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Privacy and security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044"/>
                </a:solidFill>
                <a:latin typeface="Aptos Display"/>
              </a:defRPr>
            </a:pPr>
            <a:r>
              <a:t>Success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976"/>
                </a:solidFill>
                <a:latin typeface="Aptos"/>
              </a:defRPr>
            </a:pPr>
            <a:r>
              <a:t>How the project will be judged and managed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486400" cy="452628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73152" cy="4526280"/>
          </a:xfrm>
          <a:prstGeom prst="rect">
            <a:avLst/>
          </a:prstGeom>
          <a:solidFill>
            <a:srgbClr val="438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51206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Critical success factors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50749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Core customer workflow works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Restaurant profiles can be updated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Promotions appear in discovery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Database stores &amp; retrieves required data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Final testing has no critical errors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5074920" cy="2971800"/>
          </a:xfrm>
          <a:prstGeom prst="roundRect">
            <a:avLst/>
          </a:prstGeom>
          <a:solidFill>
            <a:srgbClr val="F5F7FA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73152" cy="2971800"/>
          </a:xfrm>
          <a:prstGeom prst="rect">
            <a:avLst/>
          </a:prstGeom>
          <a:solidFill>
            <a:srgbClr val="3467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645920"/>
            <a:ext cx="4709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3044"/>
                </a:solidFill>
              </a:defRPr>
            </a:pPr>
            <a:r>
              <a:t>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121408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Sponsor / oversight: MCDA 5510 instructors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Project team: Sam &amp; Armaan</a:t>
            </a:r>
          </a:p>
          <a:p>
            <a:pPr>
              <a:spcAft>
                <a:spcPts val="600"/>
              </a:spcAft>
              <a:defRPr sz="1400">
                <a:solidFill>
                  <a:srgbClr val="5F6976"/>
                </a:solidFill>
              </a:defRPr>
            </a:pPr>
            <a:r>
              <a:t>• External steering committee: not required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663440"/>
            <a:ext cx="5074920" cy="960120"/>
          </a:xfrm>
          <a:prstGeom prst="roundRect">
            <a:avLst/>
          </a:prstGeom>
          <a:solidFill>
            <a:srgbClr val="1F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Requested outcome: Charter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6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366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Hawkes, Samuel</cp:lastModifiedBy>
  <cp:revision>2</cp:revision>
  <dcterms:created xsi:type="dcterms:W3CDTF">2013-01-27T09:14:16Z</dcterms:created>
  <dcterms:modified xsi:type="dcterms:W3CDTF">2026-10-05T05:54:09Z</dcterms:modified>
  <cp:category/>
</cp:coreProperties>
</file>