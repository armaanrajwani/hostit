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1965960" cy="384048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467A4"/>
                </a:solidFill>
              </a:defRPr>
            </a:pPr>
            <a:r>
              <a:t>PROJECT CHARTER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3075"/>
            <a:ext cx="5056064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F3044"/>
                </a:solidFill>
              </a:defRPr>
            </a:pPr>
            <a:r>
              <a:rPr dirty="0" err="1"/>
              <a:t>HostIt</a:t>
            </a:r>
            <a:endParaRPr dirty="0"/>
          </a:p>
          <a:p>
            <a:pPr>
              <a:defRPr sz="2400">
                <a:solidFill>
                  <a:srgbClr val="3467A4"/>
                </a:solidFill>
              </a:defRPr>
            </a:pPr>
            <a:r>
              <a:rPr dirty="0"/>
              <a:t>Restaurant Discovery &amp; Promotion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42900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1417320"/>
            <a:ext cx="73152" cy="329184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0" y="160020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Charter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75688"/>
            <a:ext cx="3017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Sponsor: </a:t>
            </a:r>
            <a:r>
              <a:rPr lang="en-CA" dirty="0"/>
              <a:t>Sam &amp; Armaan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Project manager</a:t>
            </a:r>
            <a:r>
              <a:t>: Armaan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Charter date: October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Background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Why this project is being undertaken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3152" cy="333756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Current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information is spread across multiple sources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may be fragmented across websites and social 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600200"/>
            <a:ext cx="73152" cy="333756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Project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258568"/>
            <a:ext cx="301752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dirty="0"/>
              <a:t>Centralize restaurant discovery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dirty="0"/>
              <a:t>Let customers compare restaurants </a:t>
            </a:r>
            <a:endParaRPr lang="en-CA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lang="en-CA" dirty="0"/>
              <a:t>Let restaurants pay for promotions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endParaRPr lang="en-CA" dirty="0"/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600200"/>
            <a:ext cx="73152" cy="333756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58568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Build a two-sided functional prototype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Support both customers and restaurant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Project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What the prototype will — and will not — include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57800" cy="43434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434340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In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67128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Browse, sort &amp; filter restaurants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Deals and specials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 management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Simulated promotional purchasing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database &amp; application logic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57800" cy="43434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508760"/>
            <a:ext cx="73152" cy="434340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Out of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8"/>
            <a:ext cx="4846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Reservations / table booking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Food ordering or delivery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Every third-party integration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Commercial deployment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Post-project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What the project will produce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4183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Requirements +</a:t>
            </a:r>
            <a:br/>
            <a:r>
              <a:t>system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32511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Restaurant</a:t>
            </a:r>
            <a:br/>
            <a:r>
              <a:t>database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0839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Customer</a:t>
            </a:r>
            <a:br/>
            <a:r>
              <a:t>interface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183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Business</a:t>
            </a:r>
            <a:br/>
            <a:r>
              <a:t>interface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2511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Discovery +</a:t>
            </a:r>
            <a:br/>
            <a:r>
              <a:t>promotions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0839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Functional</a:t>
            </a:r>
            <a:br/>
            <a:r>
              <a:t>prototype /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Project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October 7 → December 4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069848" y="2935224"/>
            <a:ext cx="153619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004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Charter</a:t>
            </a:r>
          </a:p>
        </p:txBody>
      </p:sp>
      <p:sp>
        <p:nvSpPr>
          <p:cNvPr id="9" name="Oval 8"/>
          <p:cNvSpPr/>
          <p:nvPr/>
        </p:nvSpPr>
        <p:spPr>
          <a:xfrm>
            <a:off x="260604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2990088" y="2935224"/>
            <a:ext cx="158191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4028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Design +</a:t>
            </a:r>
            <a:br/>
            <a:r>
              <a:t>database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4956048" y="2935224"/>
            <a:ext cx="162763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21–28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Interfaces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6967728" y="2935224"/>
            <a:ext cx="167335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1792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Nov 4–18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Core</a:t>
            </a:r>
            <a:br/>
            <a:r>
              <a:t>features</a:t>
            </a:r>
          </a:p>
        </p:txBody>
      </p:sp>
      <p:sp>
        <p:nvSpPr>
          <p:cNvPr id="21" name="Oval 20"/>
          <p:cNvSpPr/>
          <p:nvPr/>
        </p:nvSpPr>
        <p:spPr>
          <a:xfrm>
            <a:off x="864108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9025128" y="2935224"/>
            <a:ext cx="135331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75319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Nov 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Demo</a:t>
            </a:r>
          </a:p>
        </p:txBody>
      </p:sp>
      <p:sp>
        <p:nvSpPr>
          <p:cNvPr id="25" name="Oval 24"/>
          <p:cNvSpPr/>
          <p:nvPr/>
        </p:nvSpPr>
        <p:spPr>
          <a:xfrm>
            <a:off x="10378440" y="2743200"/>
            <a:ext cx="384048" cy="384048"/>
          </a:xfrm>
          <a:prstGeom prst="ellipse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1268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Dec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Test +</a:t>
            </a:r>
            <a:br/>
            <a:r>
              <a:t>present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Assumptions &amp;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Conditions the plan depends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73152" cy="438912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Key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48463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Enough restaurant data for testing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Internet + location services available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profiles can be maintained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can use simulated transactions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Team remains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73152" cy="438912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Key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12848"/>
            <a:ext cx="48463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Academic-project timeline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No dedicated paid-API/data budget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data quality &amp; completeness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Two-person project team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Privacy and security requirements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Success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How the project will be judged and managed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486400" cy="452628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73152" cy="452628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Critical success factors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50749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Core customer workflow works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profiles can be updated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appear in discovery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Database stores &amp; retrieves required data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Final testing has no critical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74920" cy="29718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73152" cy="297180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1645920"/>
            <a:ext cx="4709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121408"/>
            <a:ext cx="46634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Sponsor / oversight:</a:t>
            </a:r>
            <a:r>
              <a:rPr lang="en-CA" dirty="0"/>
              <a:t> Sam and Armaan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Project team: Sam &amp; Armaan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External steering committee: not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5074920" cy="960120"/>
          </a:xfrm>
          <a:prstGeom prst="roundRect">
            <a:avLst/>
          </a:prstGeom>
          <a:solidFill>
            <a:srgbClr val="1F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Requested outcome: Charter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360</Words>
  <Application>Microsoft Office PowerPoint</Application>
  <PresentationFormat>Widescreen</PresentationFormat>
  <Paragraphs>95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Hawkes, Samuel</cp:lastModifiedBy>
  <cp:revision>5</cp:revision>
  <dcterms:created xsi:type="dcterms:W3CDTF">2013-01-27T09:14:16Z</dcterms:created>
  <dcterms:modified xsi:type="dcterms:W3CDTF">2026-10-07T22:01:02Z</dcterms:modified>
  <cp:category/>
</cp:coreProperties>
</file>